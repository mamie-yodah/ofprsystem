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4" d="100"/>
          <a:sy n="64" d="100"/>
        </p:scale>
        <p:origin x="1566" y="72"/>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ZA"/>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ZA"/>
          </a:p>
        </p:txBody>
      </p:sp>
      <p:sp>
        <p:nvSpPr>
          <p:cNvPr id="4" name="Date Placeholder 3"/>
          <p:cNvSpPr>
            <a:spLocks noGrp="1"/>
          </p:cNvSpPr>
          <p:nvPr>
            <p:ph type="dt" sz="half" idx="10"/>
          </p:nvPr>
        </p:nvSpPr>
        <p:spPr/>
        <p:txBody>
          <a:bodyPr/>
          <a:lstStyle/>
          <a:p>
            <a:fld id="{496A9B8A-A7CC-4397-A4F7-AA6BFF0E6884}" type="datetimeFigureOut">
              <a:rPr lang="en-US" smtClean="0"/>
              <a:t>9/16/2025</a:t>
            </a:fld>
            <a:endParaRPr lang="en-ZA"/>
          </a:p>
        </p:txBody>
      </p:sp>
      <p:sp>
        <p:nvSpPr>
          <p:cNvPr id="5" name="Footer Placeholder 4"/>
          <p:cNvSpPr>
            <a:spLocks noGrp="1"/>
          </p:cNvSpPr>
          <p:nvPr>
            <p:ph type="ftr" sz="quarter" idx="11"/>
          </p:nvPr>
        </p:nvSpPr>
        <p:spPr/>
        <p:txBody>
          <a:bodyPr/>
          <a:lstStyle/>
          <a:p>
            <a:endParaRPr lang="en-ZA"/>
          </a:p>
        </p:txBody>
      </p:sp>
      <p:sp>
        <p:nvSpPr>
          <p:cNvPr id="6" name="Slide Number Placeholder 5"/>
          <p:cNvSpPr>
            <a:spLocks noGrp="1"/>
          </p:cNvSpPr>
          <p:nvPr>
            <p:ph type="sldNum" sz="quarter" idx="12"/>
          </p:nvPr>
        </p:nvSpPr>
        <p:spPr/>
        <p:txBody>
          <a:bodyPr/>
          <a:lstStyle/>
          <a:p>
            <a:fld id="{CB00CA07-3E44-4503-BC93-6C20CF0BA92C}" type="slidenum">
              <a:rPr lang="en-ZA" smtClean="0"/>
              <a:t>‹#›</a:t>
            </a:fld>
            <a:endParaRPr lang="en-ZA"/>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ZA"/>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Date Placeholder 3"/>
          <p:cNvSpPr>
            <a:spLocks noGrp="1"/>
          </p:cNvSpPr>
          <p:nvPr>
            <p:ph type="dt" sz="half" idx="10"/>
          </p:nvPr>
        </p:nvSpPr>
        <p:spPr/>
        <p:txBody>
          <a:bodyPr/>
          <a:lstStyle/>
          <a:p>
            <a:fld id="{496A9B8A-A7CC-4397-A4F7-AA6BFF0E6884}" type="datetimeFigureOut">
              <a:rPr lang="en-US" smtClean="0"/>
              <a:t>9/16/2025</a:t>
            </a:fld>
            <a:endParaRPr lang="en-ZA"/>
          </a:p>
        </p:txBody>
      </p:sp>
      <p:sp>
        <p:nvSpPr>
          <p:cNvPr id="5" name="Footer Placeholder 4"/>
          <p:cNvSpPr>
            <a:spLocks noGrp="1"/>
          </p:cNvSpPr>
          <p:nvPr>
            <p:ph type="ftr" sz="quarter" idx="11"/>
          </p:nvPr>
        </p:nvSpPr>
        <p:spPr/>
        <p:txBody>
          <a:bodyPr/>
          <a:lstStyle/>
          <a:p>
            <a:endParaRPr lang="en-ZA"/>
          </a:p>
        </p:txBody>
      </p:sp>
      <p:sp>
        <p:nvSpPr>
          <p:cNvPr id="6" name="Slide Number Placeholder 5"/>
          <p:cNvSpPr>
            <a:spLocks noGrp="1"/>
          </p:cNvSpPr>
          <p:nvPr>
            <p:ph type="sldNum" sz="quarter" idx="12"/>
          </p:nvPr>
        </p:nvSpPr>
        <p:spPr/>
        <p:txBody>
          <a:bodyPr/>
          <a:lstStyle/>
          <a:p>
            <a:fld id="{CB00CA07-3E44-4503-BC93-6C20CF0BA92C}" type="slidenum">
              <a:rPr lang="en-ZA" smtClean="0"/>
              <a:t>‹#›</a:t>
            </a:fld>
            <a:endParaRPr lang="en-ZA"/>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ZA"/>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96A9B8A-A7CC-4397-A4F7-AA6BFF0E6884}" type="datetimeFigureOut">
              <a:rPr lang="en-US" smtClean="0"/>
              <a:t>9/16/2025</a:t>
            </a:fld>
            <a:endParaRPr lang="en-ZA"/>
          </a:p>
        </p:txBody>
      </p:sp>
      <p:sp>
        <p:nvSpPr>
          <p:cNvPr id="5" name="Footer Placeholder 4"/>
          <p:cNvSpPr>
            <a:spLocks noGrp="1"/>
          </p:cNvSpPr>
          <p:nvPr>
            <p:ph type="ftr" sz="quarter" idx="11"/>
          </p:nvPr>
        </p:nvSpPr>
        <p:spPr/>
        <p:txBody>
          <a:bodyPr/>
          <a:lstStyle/>
          <a:p>
            <a:endParaRPr lang="en-ZA"/>
          </a:p>
        </p:txBody>
      </p:sp>
      <p:sp>
        <p:nvSpPr>
          <p:cNvPr id="6" name="Slide Number Placeholder 5"/>
          <p:cNvSpPr>
            <a:spLocks noGrp="1"/>
          </p:cNvSpPr>
          <p:nvPr>
            <p:ph type="sldNum" sz="quarter" idx="12"/>
          </p:nvPr>
        </p:nvSpPr>
        <p:spPr/>
        <p:txBody>
          <a:bodyPr/>
          <a:lstStyle/>
          <a:p>
            <a:fld id="{CB00CA07-3E44-4503-BC93-6C20CF0BA92C}" type="slidenum">
              <a:rPr lang="en-ZA" smtClean="0"/>
              <a:t>‹#›</a:t>
            </a:fld>
            <a:endParaRPr lang="en-ZA"/>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ZA"/>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5" name="Date Placeholder 4"/>
          <p:cNvSpPr>
            <a:spLocks noGrp="1"/>
          </p:cNvSpPr>
          <p:nvPr>
            <p:ph type="dt" sz="half" idx="10"/>
          </p:nvPr>
        </p:nvSpPr>
        <p:spPr/>
        <p:txBody>
          <a:bodyPr/>
          <a:lstStyle/>
          <a:p>
            <a:fld id="{496A9B8A-A7CC-4397-A4F7-AA6BFF0E6884}" type="datetimeFigureOut">
              <a:rPr lang="en-US" smtClean="0"/>
              <a:t>9/16/2025</a:t>
            </a:fld>
            <a:endParaRPr lang="en-ZA"/>
          </a:p>
        </p:txBody>
      </p:sp>
      <p:sp>
        <p:nvSpPr>
          <p:cNvPr id="6" name="Footer Placeholder 5"/>
          <p:cNvSpPr>
            <a:spLocks noGrp="1"/>
          </p:cNvSpPr>
          <p:nvPr>
            <p:ph type="ftr" sz="quarter" idx="11"/>
          </p:nvPr>
        </p:nvSpPr>
        <p:spPr/>
        <p:txBody>
          <a:bodyPr/>
          <a:lstStyle/>
          <a:p>
            <a:endParaRPr lang="en-ZA"/>
          </a:p>
        </p:txBody>
      </p:sp>
      <p:sp>
        <p:nvSpPr>
          <p:cNvPr id="7" name="Slide Number Placeholder 6"/>
          <p:cNvSpPr>
            <a:spLocks noGrp="1"/>
          </p:cNvSpPr>
          <p:nvPr>
            <p:ph type="sldNum" sz="quarter" idx="12"/>
          </p:nvPr>
        </p:nvSpPr>
        <p:spPr/>
        <p:txBody>
          <a:bodyPr/>
          <a:lstStyle/>
          <a:p>
            <a:fld id="{CB00CA07-3E44-4503-BC93-6C20CF0BA92C}" type="slidenum">
              <a:rPr lang="en-ZA" smtClean="0"/>
              <a:t>‹#›</a:t>
            </a:fld>
            <a:endParaRPr lang="en-ZA"/>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ZA"/>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7" name="Date Placeholder 6"/>
          <p:cNvSpPr>
            <a:spLocks noGrp="1"/>
          </p:cNvSpPr>
          <p:nvPr>
            <p:ph type="dt" sz="half" idx="10"/>
          </p:nvPr>
        </p:nvSpPr>
        <p:spPr/>
        <p:txBody>
          <a:bodyPr/>
          <a:lstStyle/>
          <a:p>
            <a:fld id="{496A9B8A-A7CC-4397-A4F7-AA6BFF0E6884}" type="datetimeFigureOut">
              <a:rPr lang="en-US" smtClean="0"/>
              <a:t>9/16/2025</a:t>
            </a:fld>
            <a:endParaRPr lang="en-ZA"/>
          </a:p>
        </p:txBody>
      </p:sp>
      <p:sp>
        <p:nvSpPr>
          <p:cNvPr id="8" name="Footer Placeholder 7"/>
          <p:cNvSpPr>
            <a:spLocks noGrp="1"/>
          </p:cNvSpPr>
          <p:nvPr>
            <p:ph type="ftr" sz="quarter" idx="11"/>
          </p:nvPr>
        </p:nvSpPr>
        <p:spPr/>
        <p:txBody>
          <a:bodyPr/>
          <a:lstStyle/>
          <a:p>
            <a:endParaRPr lang="en-ZA"/>
          </a:p>
        </p:txBody>
      </p:sp>
      <p:sp>
        <p:nvSpPr>
          <p:cNvPr id="9" name="Slide Number Placeholder 8"/>
          <p:cNvSpPr>
            <a:spLocks noGrp="1"/>
          </p:cNvSpPr>
          <p:nvPr>
            <p:ph type="sldNum" sz="quarter" idx="12"/>
          </p:nvPr>
        </p:nvSpPr>
        <p:spPr/>
        <p:txBody>
          <a:bodyPr/>
          <a:lstStyle/>
          <a:p>
            <a:fld id="{CB00CA07-3E44-4503-BC93-6C20CF0BA92C}" type="slidenum">
              <a:rPr lang="en-ZA" smtClean="0"/>
              <a:t>‹#›</a:t>
            </a:fld>
            <a:endParaRPr lang="en-ZA"/>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ZA"/>
          </a:p>
        </p:txBody>
      </p:sp>
      <p:sp>
        <p:nvSpPr>
          <p:cNvPr id="3" name="Date Placeholder 2"/>
          <p:cNvSpPr>
            <a:spLocks noGrp="1"/>
          </p:cNvSpPr>
          <p:nvPr>
            <p:ph type="dt" sz="half" idx="10"/>
          </p:nvPr>
        </p:nvSpPr>
        <p:spPr/>
        <p:txBody>
          <a:bodyPr/>
          <a:lstStyle/>
          <a:p>
            <a:fld id="{496A9B8A-A7CC-4397-A4F7-AA6BFF0E6884}" type="datetimeFigureOut">
              <a:rPr lang="en-US" smtClean="0"/>
              <a:t>9/16/2025</a:t>
            </a:fld>
            <a:endParaRPr lang="en-ZA"/>
          </a:p>
        </p:txBody>
      </p:sp>
      <p:sp>
        <p:nvSpPr>
          <p:cNvPr id="4" name="Footer Placeholder 3"/>
          <p:cNvSpPr>
            <a:spLocks noGrp="1"/>
          </p:cNvSpPr>
          <p:nvPr>
            <p:ph type="ftr" sz="quarter" idx="11"/>
          </p:nvPr>
        </p:nvSpPr>
        <p:spPr/>
        <p:txBody>
          <a:bodyPr/>
          <a:lstStyle/>
          <a:p>
            <a:endParaRPr lang="en-ZA"/>
          </a:p>
        </p:txBody>
      </p:sp>
      <p:sp>
        <p:nvSpPr>
          <p:cNvPr id="5" name="Slide Number Placeholder 4"/>
          <p:cNvSpPr>
            <a:spLocks noGrp="1"/>
          </p:cNvSpPr>
          <p:nvPr>
            <p:ph type="sldNum" sz="quarter" idx="12"/>
          </p:nvPr>
        </p:nvSpPr>
        <p:spPr/>
        <p:txBody>
          <a:bodyPr/>
          <a:lstStyle/>
          <a:p>
            <a:fld id="{CB00CA07-3E44-4503-BC93-6C20CF0BA92C}" type="slidenum">
              <a:rPr lang="en-ZA" smtClean="0"/>
              <a:t>‹#›</a:t>
            </a:fld>
            <a:endParaRPr lang="en-ZA"/>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96A9B8A-A7CC-4397-A4F7-AA6BFF0E6884}" type="datetimeFigureOut">
              <a:rPr lang="en-US" smtClean="0"/>
              <a:t>9/16/2025</a:t>
            </a:fld>
            <a:endParaRPr lang="en-ZA"/>
          </a:p>
        </p:txBody>
      </p:sp>
      <p:sp>
        <p:nvSpPr>
          <p:cNvPr id="3" name="Footer Placeholder 2"/>
          <p:cNvSpPr>
            <a:spLocks noGrp="1"/>
          </p:cNvSpPr>
          <p:nvPr>
            <p:ph type="ftr" sz="quarter" idx="11"/>
          </p:nvPr>
        </p:nvSpPr>
        <p:spPr/>
        <p:txBody>
          <a:bodyPr/>
          <a:lstStyle/>
          <a:p>
            <a:endParaRPr lang="en-ZA"/>
          </a:p>
        </p:txBody>
      </p:sp>
      <p:sp>
        <p:nvSpPr>
          <p:cNvPr id="4" name="Slide Number Placeholder 3"/>
          <p:cNvSpPr>
            <a:spLocks noGrp="1"/>
          </p:cNvSpPr>
          <p:nvPr>
            <p:ph type="sldNum" sz="quarter" idx="12"/>
          </p:nvPr>
        </p:nvSpPr>
        <p:spPr/>
        <p:txBody>
          <a:bodyPr/>
          <a:lstStyle/>
          <a:p>
            <a:fld id="{CB00CA07-3E44-4503-BC93-6C20CF0BA92C}" type="slidenum">
              <a:rPr lang="en-ZA" smtClean="0"/>
              <a:t>‹#›</a:t>
            </a:fld>
            <a:endParaRPr lang="en-ZA"/>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ZA"/>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96A9B8A-A7CC-4397-A4F7-AA6BFF0E6884}" type="datetimeFigureOut">
              <a:rPr lang="en-US" smtClean="0"/>
              <a:t>9/16/2025</a:t>
            </a:fld>
            <a:endParaRPr lang="en-ZA"/>
          </a:p>
        </p:txBody>
      </p:sp>
      <p:sp>
        <p:nvSpPr>
          <p:cNvPr id="6" name="Footer Placeholder 5"/>
          <p:cNvSpPr>
            <a:spLocks noGrp="1"/>
          </p:cNvSpPr>
          <p:nvPr>
            <p:ph type="ftr" sz="quarter" idx="11"/>
          </p:nvPr>
        </p:nvSpPr>
        <p:spPr/>
        <p:txBody>
          <a:bodyPr/>
          <a:lstStyle/>
          <a:p>
            <a:endParaRPr lang="en-ZA"/>
          </a:p>
        </p:txBody>
      </p:sp>
      <p:sp>
        <p:nvSpPr>
          <p:cNvPr id="7" name="Slide Number Placeholder 6"/>
          <p:cNvSpPr>
            <a:spLocks noGrp="1"/>
          </p:cNvSpPr>
          <p:nvPr>
            <p:ph type="sldNum" sz="quarter" idx="12"/>
          </p:nvPr>
        </p:nvSpPr>
        <p:spPr/>
        <p:txBody>
          <a:bodyPr/>
          <a:lstStyle/>
          <a:p>
            <a:fld id="{CB00CA07-3E44-4503-BC93-6C20CF0BA92C}" type="slidenum">
              <a:rPr lang="en-ZA" smtClean="0"/>
              <a:t>‹#›</a:t>
            </a:fld>
            <a:endParaRPr lang="en-ZA"/>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ZA"/>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ZA"/>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96A9B8A-A7CC-4397-A4F7-AA6BFF0E6884}" type="datetimeFigureOut">
              <a:rPr lang="en-US" smtClean="0"/>
              <a:t>9/16/2025</a:t>
            </a:fld>
            <a:endParaRPr lang="en-ZA"/>
          </a:p>
        </p:txBody>
      </p:sp>
      <p:sp>
        <p:nvSpPr>
          <p:cNvPr id="6" name="Footer Placeholder 5"/>
          <p:cNvSpPr>
            <a:spLocks noGrp="1"/>
          </p:cNvSpPr>
          <p:nvPr>
            <p:ph type="ftr" sz="quarter" idx="11"/>
          </p:nvPr>
        </p:nvSpPr>
        <p:spPr/>
        <p:txBody>
          <a:bodyPr/>
          <a:lstStyle/>
          <a:p>
            <a:endParaRPr lang="en-ZA"/>
          </a:p>
        </p:txBody>
      </p:sp>
      <p:sp>
        <p:nvSpPr>
          <p:cNvPr id="7" name="Slide Number Placeholder 6"/>
          <p:cNvSpPr>
            <a:spLocks noGrp="1"/>
          </p:cNvSpPr>
          <p:nvPr>
            <p:ph type="sldNum" sz="quarter" idx="12"/>
          </p:nvPr>
        </p:nvSpPr>
        <p:spPr/>
        <p:txBody>
          <a:bodyPr/>
          <a:lstStyle/>
          <a:p>
            <a:fld id="{CB00CA07-3E44-4503-BC93-6C20CF0BA92C}" type="slidenum">
              <a:rPr lang="en-ZA" smtClean="0"/>
              <a:t>‹#›</a:t>
            </a:fld>
            <a:endParaRPr lang="en-ZA"/>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ZA"/>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Date Placeholder 3"/>
          <p:cNvSpPr>
            <a:spLocks noGrp="1"/>
          </p:cNvSpPr>
          <p:nvPr>
            <p:ph type="dt" sz="half" idx="10"/>
          </p:nvPr>
        </p:nvSpPr>
        <p:spPr/>
        <p:txBody>
          <a:bodyPr/>
          <a:lstStyle/>
          <a:p>
            <a:fld id="{496A9B8A-A7CC-4397-A4F7-AA6BFF0E6884}" type="datetimeFigureOut">
              <a:rPr lang="en-US" smtClean="0"/>
              <a:t>9/16/2025</a:t>
            </a:fld>
            <a:endParaRPr lang="en-ZA"/>
          </a:p>
        </p:txBody>
      </p:sp>
      <p:sp>
        <p:nvSpPr>
          <p:cNvPr id="5" name="Footer Placeholder 4"/>
          <p:cNvSpPr>
            <a:spLocks noGrp="1"/>
          </p:cNvSpPr>
          <p:nvPr>
            <p:ph type="ftr" sz="quarter" idx="11"/>
          </p:nvPr>
        </p:nvSpPr>
        <p:spPr/>
        <p:txBody>
          <a:bodyPr/>
          <a:lstStyle/>
          <a:p>
            <a:endParaRPr lang="en-ZA"/>
          </a:p>
        </p:txBody>
      </p:sp>
      <p:sp>
        <p:nvSpPr>
          <p:cNvPr id="6" name="Slide Number Placeholder 5"/>
          <p:cNvSpPr>
            <a:spLocks noGrp="1"/>
          </p:cNvSpPr>
          <p:nvPr>
            <p:ph type="sldNum" sz="quarter" idx="12"/>
          </p:nvPr>
        </p:nvSpPr>
        <p:spPr/>
        <p:txBody>
          <a:bodyPr/>
          <a:lstStyle/>
          <a:p>
            <a:fld id="{CB00CA07-3E44-4503-BC93-6C20CF0BA92C}" type="slidenum">
              <a:rPr lang="en-ZA" smtClean="0"/>
              <a:t>‹#›</a:t>
            </a:fld>
            <a:endParaRPr lang="en-ZA"/>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ZA"/>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Date Placeholder 3"/>
          <p:cNvSpPr>
            <a:spLocks noGrp="1"/>
          </p:cNvSpPr>
          <p:nvPr>
            <p:ph type="dt" sz="half" idx="10"/>
          </p:nvPr>
        </p:nvSpPr>
        <p:spPr/>
        <p:txBody>
          <a:bodyPr/>
          <a:lstStyle/>
          <a:p>
            <a:fld id="{496A9B8A-A7CC-4397-A4F7-AA6BFF0E6884}" type="datetimeFigureOut">
              <a:rPr lang="en-US" smtClean="0"/>
              <a:t>9/16/2025</a:t>
            </a:fld>
            <a:endParaRPr lang="en-ZA"/>
          </a:p>
        </p:txBody>
      </p:sp>
      <p:sp>
        <p:nvSpPr>
          <p:cNvPr id="5" name="Footer Placeholder 4"/>
          <p:cNvSpPr>
            <a:spLocks noGrp="1"/>
          </p:cNvSpPr>
          <p:nvPr>
            <p:ph type="ftr" sz="quarter" idx="11"/>
          </p:nvPr>
        </p:nvSpPr>
        <p:spPr/>
        <p:txBody>
          <a:bodyPr/>
          <a:lstStyle/>
          <a:p>
            <a:endParaRPr lang="en-ZA"/>
          </a:p>
        </p:txBody>
      </p:sp>
      <p:sp>
        <p:nvSpPr>
          <p:cNvPr id="6" name="Slide Number Placeholder 5"/>
          <p:cNvSpPr>
            <a:spLocks noGrp="1"/>
          </p:cNvSpPr>
          <p:nvPr>
            <p:ph type="sldNum" sz="quarter" idx="12"/>
          </p:nvPr>
        </p:nvSpPr>
        <p:spPr/>
        <p:txBody>
          <a:bodyPr/>
          <a:lstStyle/>
          <a:p>
            <a:fld id="{CB00CA07-3E44-4503-BC93-6C20CF0BA92C}" type="slidenum">
              <a:rPr lang="en-ZA" smtClean="0"/>
              <a:t>‹#›</a:t>
            </a:fld>
            <a:endParaRPr lang="en-ZA"/>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ZA"/>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96A9B8A-A7CC-4397-A4F7-AA6BFF0E6884}" type="datetimeFigureOut">
              <a:rPr lang="en-US" smtClean="0"/>
              <a:t>9/16/2025</a:t>
            </a:fld>
            <a:endParaRPr lang="en-ZA"/>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ZA"/>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B00CA07-3E44-4503-BC93-6C20CF0BA92C}" type="slidenum">
              <a:rPr lang="en-ZA" smtClean="0"/>
              <a:t>‹#›</a:t>
            </a:fld>
            <a:endParaRPr lang="en-ZA"/>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459041"/>
            <a:ext cx="7772400" cy="1470025"/>
          </a:xfrm>
        </p:spPr>
        <p:txBody>
          <a:bodyPr/>
          <a:lstStyle/>
          <a:p>
            <a:r>
              <a:rPr lang="en-ZA" dirty="0"/>
              <a:t>PRECIOUS KANZAMBA</a:t>
            </a:r>
          </a:p>
        </p:txBody>
      </p:sp>
      <p:sp>
        <p:nvSpPr>
          <p:cNvPr id="3" name="Subtitle 2"/>
          <p:cNvSpPr>
            <a:spLocks noGrp="1"/>
          </p:cNvSpPr>
          <p:nvPr>
            <p:ph type="subTitle" idx="1"/>
          </p:nvPr>
        </p:nvSpPr>
        <p:spPr/>
        <p:txBody>
          <a:bodyPr anchor="ctr"/>
          <a:lstStyle/>
          <a:p>
            <a:r>
              <a:rPr lang="en-ZA" dirty="0"/>
              <a:t>SOFTWARE ENGINEERING</a:t>
            </a:r>
          </a:p>
        </p:txBody>
      </p:sp>
      <p:pic>
        <p:nvPicPr>
          <p:cNvPr id="4" name="Picture 3"/>
          <p:cNvPicPr/>
          <p:nvPr/>
        </p:nvPicPr>
        <p:blipFill>
          <a:blip r:embed="rId2" cstate="print"/>
          <a:stretch>
            <a:fillRect/>
          </a:stretch>
        </p:blipFill>
        <p:spPr bwMode="auto">
          <a:xfrm>
            <a:off x="3195003" y="857232"/>
            <a:ext cx="2753995" cy="9906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ZA" sz="3200" dirty="0"/>
              <a:t>Project Title</a:t>
            </a:r>
          </a:p>
        </p:txBody>
      </p:sp>
      <p:sp>
        <p:nvSpPr>
          <p:cNvPr id="3" name="Content Placeholder 2"/>
          <p:cNvSpPr>
            <a:spLocks noGrp="1"/>
          </p:cNvSpPr>
          <p:nvPr>
            <p:ph idx="1"/>
          </p:nvPr>
        </p:nvSpPr>
        <p:spPr/>
        <p:txBody>
          <a:bodyPr>
            <a:normAutofit/>
          </a:bodyPr>
          <a:lstStyle/>
          <a:p>
            <a:pPr marL="0" indent="0">
              <a:buNone/>
            </a:pPr>
            <a:r>
              <a:rPr lang="en-ZW" sz="2400" dirty="0"/>
              <a:t>Digitally Transforming Student Services:</a:t>
            </a:r>
          </a:p>
          <a:p>
            <a:pPr marL="0" indent="0">
              <a:buNone/>
            </a:pPr>
            <a:r>
              <a:rPr lang="en-ZW" sz="2400" dirty="0"/>
              <a:t>Design and Implementation of an  Online Fee Payment and Registration System for TelOne Centre for Learning</a:t>
            </a:r>
          </a:p>
          <a:p>
            <a:pPr marL="0" indent="0">
              <a:buNone/>
            </a:pPr>
            <a:endParaRPr lang="en-ZA"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ZA" sz="3200" dirty="0"/>
              <a:t>Problem Statement</a:t>
            </a:r>
          </a:p>
        </p:txBody>
      </p:sp>
      <p:sp>
        <p:nvSpPr>
          <p:cNvPr id="3" name="Content Placeholder 2"/>
          <p:cNvSpPr>
            <a:spLocks noGrp="1"/>
          </p:cNvSpPr>
          <p:nvPr>
            <p:ph idx="1"/>
          </p:nvPr>
        </p:nvSpPr>
        <p:spPr/>
        <p:txBody>
          <a:bodyPr>
            <a:normAutofit fontScale="92500" lnSpcReduction="10000"/>
          </a:bodyPr>
          <a:lstStyle/>
          <a:p>
            <a:r>
              <a:rPr lang="en-ZW" sz="2800" dirty="0"/>
              <a:t>TelOne Centre for Learning currently relies on manual processes for student registration and fee payment. These outdated methods result in long queues, delayed access to academic services, and frequent errors in financial records. Students often face challenges such as lost receipts, missed deadlines, and limited payment flexibility.</a:t>
            </a:r>
          </a:p>
          <a:p>
            <a:r>
              <a:rPr lang="en-ZW" sz="2800" dirty="0"/>
              <a:t>Administrators struggle with tracking payments, reconciling records, and managing course enrolments efficiently. The lack of a centralized digital system leads to operational bottlenecks and reduced student satisfaction.</a:t>
            </a:r>
          </a:p>
          <a:p>
            <a:pPr>
              <a:buNone/>
            </a:pPr>
            <a:endParaRPr lang="en-ZA"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ZA" sz="3200" dirty="0"/>
              <a:t>Aims and Objectives</a:t>
            </a:r>
          </a:p>
        </p:txBody>
      </p:sp>
      <p:sp>
        <p:nvSpPr>
          <p:cNvPr id="3" name="Content Placeholder 2"/>
          <p:cNvSpPr>
            <a:spLocks noGrp="1"/>
          </p:cNvSpPr>
          <p:nvPr>
            <p:ph idx="1"/>
          </p:nvPr>
        </p:nvSpPr>
        <p:spPr/>
        <p:txBody>
          <a:bodyPr>
            <a:normAutofit fontScale="77500" lnSpcReduction="20000"/>
          </a:bodyPr>
          <a:lstStyle/>
          <a:p>
            <a:pPr>
              <a:buNone/>
            </a:pPr>
            <a:endParaRPr lang="en-ZA" sz="1400" dirty="0"/>
          </a:p>
          <a:p>
            <a:pPr marL="0" indent="0">
              <a:buNone/>
            </a:pPr>
            <a:r>
              <a:rPr lang="en-ZA" sz="2600" dirty="0"/>
              <a:t>AIM :  </a:t>
            </a:r>
            <a:r>
              <a:rPr lang="en-ZW" sz="2600" dirty="0"/>
              <a:t>To develop a secure, user-friendly Online Fee Payment and Registration System for TelOne Centre for Learning that streamlines academic and financial processes for students and staff.</a:t>
            </a:r>
          </a:p>
          <a:p>
            <a:pPr marL="0" indent="0">
              <a:buNone/>
            </a:pPr>
            <a:endParaRPr lang="en-ZW" sz="2600" dirty="0"/>
          </a:p>
          <a:p>
            <a:pPr marL="0" indent="0">
              <a:buNone/>
            </a:pPr>
            <a:r>
              <a:rPr lang="en-ZW" sz="2900" dirty="0"/>
              <a:t>Objectives:</a:t>
            </a:r>
          </a:p>
          <a:p>
            <a:pPr lvl="0"/>
            <a:r>
              <a:rPr lang="en-ZW" sz="2900" dirty="0"/>
              <a:t>To design a responsive web interface that allows students to register for courses and view fee balances in real time.</a:t>
            </a:r>
          </a:p>
          <a:p>
            <a:pPr lvl="0"/>
            <a:r>
              <a:rPr lang="en-ZW" sz="2900" dirty="0"/>
              <a:t>To integrate local payment gateways (EcoCash, Pay now) for secure and flexible fee transactions.</a:t>
            </a:r>
          </a:p>
          <a:p>
            <a:pPr lvl="0"/>
            <a:r>
              <a:rPr lang="en-ZW" sz="2900" dirty="0"/>
              <a:t>To implement a centralized database for storing student profiles, course selections, and payment records.</a:t>
            </a:r>
          </a:p>
          <a:p>
            <a:pPr lvl="0"/>
            <a:r>
              <a:rPr lang="en-ZW" sz="2900" dirty="0"/>
              <a:t>To provide administrative dashboards for monitoring registrations, generating reports, and managing academic data.</a:t>
            </a:r>
          </a:p>
          <a:p>
            <a:pPr>
              <a:buNone/>
            </a:pPr>
            <a:endParaRPr lang="en-ZA"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ZA" sz="3200" dirty="0"/>
              <a:t>Prototype Demonstration</a:t>
            </a:r>
          </a:p>
        </p:txBody>
      </p:sp>
      <p:sp>
        <p:nvSpPr>
          <p:cNvPr id="3" name="Content Placeholder 2"/>
          <p:cNvSpPr>
            <a:spLocks noGrp="1"/>
          </p:cNvSpPr>
          <p:nvPr>
            <p:ph idx="1"/>
          </p:nvPr>
        </p:nvSpPr>
        <p:spPr>
          <a:xfrm>
            <a:off x="611560" y="1417638"/>
            <a:ext cx="8229600" cy="4525963"/>
          </a:xfrm>
        </p:spPr>
        <p:txBody>
          <a:bodyPr>
            <a:normAutofit/>
          </a:bodyPr>
          <a:lstStyle/>
          <a:p>
            <a:pPr marL="0" indent="0">
              <a:buNone/>
            </a:pPr>
            <a:r>
              <a:rPr lang="en-ZA" sz="1800" dirty="0"/>
              <a:t>The student has to present their prototypes, clearly showing how the prototype is meeting the set objectives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1428</TotalTime>
  <Words>241</Words>
  <Application>Microsoft Office PowerPoint</Application>
  <PresentationFormat>On-screen Show (4:3)</PresentationFormat>
  <Paragraphs>19</Paragraphs>
  <Slides>5</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PRECIOUS KANZAMBA</vt:lpstr>
      <vt:lpstr>Project Title</vt:lpstr>
      <vt:lpstr>Problem Statement</vt:lpstr>
      <vt:lpstr>Aims and Objectives</vt:lpstr>
      <vt:lpstr>Prototype Demonstration</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TCFL Projects 2024</dc:title>
  <dc:creator>cash</dc:creator>
  <cp:lastModifiedBy>precious kanzamba</cp:lastModifiedBy>
  <cp:revision>17</cp:revision>
  <dcterms:created xsi:type="dcterms:W3CDTF">2024-02-12T08:40:09Z</dcterms:created>
  <dcterms:modified xsi:type="dcterms:W3CDTF">2025-09-16T08:05:44Z</dcterms:modified>
</cp:coreProperties>
</file>